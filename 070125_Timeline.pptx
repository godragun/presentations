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ANTIQUE STORIES" pitchFamily="2" charset="0"/>
      <p:regular r:id="rId5"/>
    </p:embeddedFont>
    <p:embeddedFont>
      <p:font typeface="Dashboard" pitchFamily="2" charset="77"/>
      <p:regular r:id="rId6"/>
    </p:embeddedFont>
    <p:embeddedFont>
      <p:font typeface="Epilogue Black" pitchFamily="2" charset="77"/>
      <p:bold r:id="rId7"/>
      <p:italic r:id="rId8"/>
      <p:boldItalic r:id="rId9"/>
    </p:embeddedFont>
    <p:embeddedFont>
      <p:font typeface="Epilogue Medium" pitchFamily="2" charset="77"/>
      <p:regular r:id="rId10"/>
      <p:italic r:id="rId11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8F5"/>
    <a:srgbClr val="CCF2EA"/>
    <a:srgbClr val="121212"/>
    <a:srgbClr val="EB3912"/>
    <a:srgbClr val="FF99B0"/>
    <a:srgbClr val="DB9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6939"/>
  </p:normalViewPr>
  <p:slideViewPr>
    <p:cSldViewPr snapToGrid="0">
      <p:cViewPr varScale="1">
        <p:scale>
          <a:sx n="142" d="100"/>
          <a:sy n="142" d="100"/>
        </p:scale>
        <p:origin x="52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AFE7-4B71-38C9-F455-43E2B8B77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8F88A-EB25-2450-45AE-76696B4FD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5D32-5787-FB20-F001-88F532A5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22D21-C92B-A709-9971-E3530F2A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1A367-08FE-B002-3714-85130877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4633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DC31-A0D8-6DB5-9942-457E6911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1D640-F4D9-51E9-570A-CFBF88EE8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8896-9FCB-AA29-B54D-36EF7543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B64A4-2CB2-A974-8268-139A59FA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82028-95B7-1497-6D9E-C31A33993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865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1B05-5C0A-9633-1A6D-5113E2889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E7236-00E0-CF68-2A42-616D19F3F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8D1F-F815-EC48-2E81-4D09DA34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9496B-20C0-9E4A-0EAE-1377D233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075C-A04F-C131-DBFA-41FA2540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8151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2FAA-B3F0-A89B-42AD-F286D8AF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BA77-0310-E71D-D37F-31176FDA3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7BD73-0D8D-B757-CC36-7F0E3161C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E1A63-1FA7-BBA4-6DAB-FB41B8B19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74CF8-5AF9-994C-D0E9-E69B377B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94A12-6C77-9655-55A4-468B7CA5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2124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5005-ED7F-9BFD-D195-A9E2EA193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0C903-AD71-6E70-BB36-773749411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89C3B-A072-44E7-A27C-B5CA6F779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45AAB-652E-9907-ED1B-76B24524C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AF8C4-8231-EDF8-C69F-0CAF3F85B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43BB8-7EA5-F7DB-0E4A-4C5BF274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733F6-88E0-FDEF-CF82-129810AC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4CBED-786C-20E8-F52A-F457A9E3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12094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A26C-C0A4-614B-D10E-8D7BCA93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0570A-E6AF-E85E-0780-AAFDFCA0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6742F-126A-73F1-908A-0292A98E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D045C-79BE-5E5A-325F-7835466D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6882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2848B-480F-0107-8F2E-DF44C141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CCBD4-6909-0040-5C49-C259D26D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02F94-7519-60D0-4FE1-4AB310B5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47517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916A-F7D2-60FB-2859-1697AA6F8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A881-5F12-FE30-8DD2-BB65A210C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86BDA-272E-0345-5B82-49FAD5C5E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2F029-02D2-402D-1758-B3032403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54899-6C16-261C-E500-304AA588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0B420-8269-0CCF-6F4A-500683F6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3604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4C11-959C-CC66-1FCF-92EA1983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7CAFB-1D1F-DC7D-D401-D08B9C0F6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043CE-34E3-D24E-4C7E-1055294AA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66ABB-9306-1DBB-0E07-C73C7D5C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421E2-BA13-9491-3545-E40400DD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BDF55-382A-C4F1-3E3D-47C6B743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9136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E59C-E4C4-27A1-EAEE-9582D0B6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9E7F8-D44A-128A-D9C8-229ED9FF9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EC424-B9A1-B405-F423-1423D88E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00B08-3860-6478-F520-1498C145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0E3E1-E8E7-A483-4798-55182A55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8017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ED2823-2D81-C24B-5AEB-88E007B79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49E49-E609-2CFC-FBF0-8F6BEFCC8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E2BBA-29D9-B636-33E3-A6FC9BBC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AC07C-AF4B-92AB-7305-68143D0B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81A1F-E254-59C6-8BD6-C1F77595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4466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A78E96-1A53-8B92-6172-07986D3B1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006E4-7723-821B-C798-01CD3A38D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04D9-CC03-3021-9FDD-B6760A6D0F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F684F-4FF5-4841-986E-A928211CF7BD}" type="datetimeFigureOut">
              <a:rPr lang="en-MX" smtClean="0"/>
              <a:t>08/01/25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54C76-1735-F08D-B7DC-565D9FF27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8DCA3-0DDC-9015-21AD-7AE842AB0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76FC7-3AAE-084A-9707-9FAF75A481CE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8869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2BEC08-46B4-13D2-4021-B00384148B28}"/>
              </a:ext>
            </a:extLst>
          </p:cNvPr>
          <p:cNvSpPr txBox="1"/>
          <p:nvPr/>
        </p:nvSpPr>
        <p:spPr>
          <a:xfrm>
            <a:off x="655841" y="1086400"/>
            <a:ext cx="449488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28700" dirty="0">
                <a:solidFill>
                  <a:srgbClr val="121212"/>
                </a:solidFill>
                <a:latin typeface="ANTIQUE STORIES" pitchFamily="2" charset="0"/>
              </a:rPr>
              <a:t>202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26985-6F28-BC9F-4E71-388FD8EB64DD}"/>
              </a:ext>
            </a:extLst>
          </p:cNvPr>
          <p:cNvSpPr txBox="1"/>
          <p:nvPr/>
        </p:nvSpPr>
        <p:spPr>
          <a:xfrm>
            <a:off x="4838904" y="2382736"/>
            <a:ext cx="2214391" cy="936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5</a:t>
            </a:r>
          </a:p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6</a:t>
            </a:r>
          </a:p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7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9AD4F0-BC00-FAE3-951D-FA9A48C89D37}"/>
              </a:ext>
            </a:extLst>
          </p:cNvPr>
          <p:cNvGrpSpPr/>
          <p:nvPr/>
        </p:nvGrpSpPr>
        <p:grpSpPr>
          <a:xfrm>
            <a:off x="6711398" y="2205789"/>
            <a:ext cx="4764505" cy="8803106"/>
            <a:chOff x="6711398" y="2205789"/>
            <a:chExt cx="4764505" cy="880310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D3DCEDA-2BF1-1A30-6FCD-E25E6564A7AD}"/>
                </a:ext>
              </a:extLst>
            </p:cNvPr>
            <p:cNvSpPr/>
            <p:nvPr/>
          </p:nvSpPr>
          <p:spPr>
            <a:xfrm>
              <a:off x="6711398" y="2205789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r>
                <a:rPr lang="en-US" sz="2000" b="1" dirty="0">
                  <a:solidFill>
                    <a:srgbClr val="121212"/>
                  </a:solidFill>
                  <a:latin typeface="Epilogue Black" pitchFamily="2" charset="77"/>
                </a:rPr>
                <a:t>Strategic goals:</a:t>
              </a:r>
            </a:p>
            <a:p>
              <a:endParaRPr lang="en-US" sz="1600" b="1" dirty="0">
                <a:solidFill>
                  <a:srgbClr val="121212"/>
                </a:solidFill>
                <a:latin typeface="Epilogue Black" pitchFamily="2" charset="7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Improve team collaboration.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Launch new marketing campaigns.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Enhance product usability.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62A86DB-2713-B792-1E0F-E4D4FB059F81}"/>
                </a:ext>
              </a:extLst>
            </p:cNvPr>
            <p:cNvSpPr/>
            <p:nvPr/>
          </p:nvSpPr>
          <p:spPr>
            <a:xfrm>
              <a:off x="6711398" y="5232018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Black" pitchFamily="2" charset="77"/>
                  <a:ea typeface="+mn-ea"/>
                  <a:cs typeface="+mn-cs"/>
                </a:rPr>
                <a:t>Priority areas for improvement: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Epilogue Black" pitchFamily="2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Optimize supply chain logistics.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Increase social media engagement.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Develop employee training modules.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748C2698-D7A6-CB83-4C8B-1D7C16D5BD35}"/>
                </a:ext>
              </a:extLst>
            </p:cNvPr>
            <p:cNvSpPr/>
            <p:nvPr/>
          </p:nvSpPr>
          <p:spPr>
            <a:xfrm>
              <a:off x="6711398" y="8301790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Black" pitchFamily="2" charset="77"/>
                  <a:ea typeface="+mn-ea"/>
                  <a:cs typeface="+mn-cs"/>
                </a:rPr>
                <a:t>Focus points for growth: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Epilogue Black" pitchFamily="2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Strengthen client relationships.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Expand digital product offerings.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Streamline internal processes.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E16B562-0BFB-698A-0D55-29BFC10EBC1E}"/>
              </a:ext>
            </a:extLst>
          </p:cNvPr>
          <p:cNvSpPr/>
          <p:nvPr/>
        </p:nvSpPr>
        <p:spPr>
          <a:xfrm>
            <a:off x="4721902" y="0"/>
            <a:ext cx="7470098" cy="2038662"/>
          </a:xfrm>
          <a:prstGeom prst="rect">
            <a:avLst/>
          </a:prstGeom>
          <a:solidFill>
            <a:srgbClr val="FC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00E13-35FD-622B-634B-720C15B05548}"/>
              </a:ext>
            </a:extLst>
          </p:cNvPr>
          <p:cNvSpPr/>
          <p:nvPr/>
        </p:nvSpPr>
        <p:spPr>
          <a:xfrm>
            <a:off x="4721902" y="5089841"/>
            <a:ext cx="7470098" cy="1790644"/>
          </a:xfrm>
          <a:prstGeom prst="rect">
            <a:avLst/>
          </a:prstGeom>
          <a:solidFill>
            <a:srgbClr val="FC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B00664-2EC7-29E3-5D9F-464804C819FE}"/>
              </a:ext>
            </a:extLst>
          </p:cNvPr>
          <p:cNvSpPr txBox="1"/>
          <p:nvPr/>
        </p:nvSpPr>
        <p:spPr>
          <a:xfrm>
            <a:off x="635311" y="1604670"/>
            <a:ext cx="4015045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MX" sz="3600" b="1" dirty="0">
                <a:solidFill>
                  <a:srgbClr val="EA3A13"/>
                </a:solidFill>
                <a:latin typeface="Dashboard" pitchFamily="2" charset="77"/>
                <a:ea typeface="BioRhyme Expanded" pitchFamily="2" charset="77"/>
              </a:rPr>
              <a:t>3-YEAR PLAN</a:t>
            </a:r>
          </a:p>
        </p:txBody>
      </p:sp>
    </p:spTree>
    <p:extLst>
      <p:ext uri="{BB962C8B-B14F-4D97-AF65-F5344CB8AC3E}">
        <p14:creationId xmlns:p14="http://schemas.microsoft.com/office/powerpoint/2010/main" val="221393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D2AA0-D97D-5C03-8523-C9CE8B85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3E57EA7-77F0-C04B-AAFC-120FFB76C831}"/>
              </a:ext>
            </a:extLst>
          </p:cNvPr>
          <p:cNvSpPr txBox="1"/>
          <p:nvPr/>
        </p:nvSpPr>
        <p:spPr>
          <a:xfrm>
            <a:off x="4838904" y="-701123"/>
            <a:ext cx="2214391" cy="936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5</a:t>
            </a:r>
          </a:p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6</a:t>
            </a:r>
          </a:p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7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0F6574-6DC1-288E-93F5-59A922FFF754}"/>
              </a:ext>
            </a:extLst>
          </p:cNvPr>
          <p:cNvGrpSpPr/>
          <p:nvPr/>
        </p:nvGrpSpPr>
        <p:grpSpPr>
          <a:xfrm>
            <a:off x="6711398" y="-878070"/>
            <a:ext cx="4764505" cy="8803106"/>
            <a:chOff x="6711398" y="2205789"/>
            <a:chExt cx="4764505" cy="880310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5E0A741-3089-E0C0-9711-C1CEE2F3E861}"/>
                </a:ext>
              </a:extLst>
            </p:cNvPr>
            <p:cNvSpPr/>
            <p:nvPr/>
          </p:nvSpPr>
          <p:spPr>
            <a:xfrm>
              <a:off x="6711398" y="2205789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r>
                <a:rPr lang="en-US" sz="2000" b="1" dirty="0">
                  <a:solidFill>
                    <a:srgbClr val="121212"/>
                  </a:solidFill>
                  <a:latin typeface="Epilogue Black" pitchFamily="2" charset="77"/>
                </a:rPr>
                <a:t>Strategic goals:</a:t>
              </a:r>
            </a:p>
            <a:p>
              <a:endParaRPr lang="en-US" sz="1600" b="1" dirty="0">
                <a:solidFill>
                  <a:srgbClr val="121212"/>
                </a:solidFill>
                <a:latin typeface="Epilogue Black" pitchFamily="2" charset="7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Improve team collaboration.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Launch new marketing campaigns.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Enhance product usability.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F008E20-DCDC-E99E-F136-4402EDB37C24}"/>
                </a:ext>
              </a:extLst>
            </p:cNvPr>
            <p:cNvSpPr/>
            <p:nvPr/>
          </p:nvSpPr>
          <p:spPr>
            <a:xfrm>
              <a:off x="6711398" y="5232018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Black" pitchFamily="2" charset="77"/>
                  <a:ea typeface="+mn-ea"/>
                  <a:cs typeface="+mn-cs"/>
                </a:rPr>
                <a:t>Priority areas for improvement: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Epilogue Black" pitchFamily="2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Optimize supply chain logistics.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Increase social media engagement.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Develop employee training modules.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0653C9C-06F3-0CD0-0245-A65B45A51BCC}"/>
                </a:ext>
              </a:extLst>
            </p:cNvPr>
            <p:cNvSpPr/>
            <p:nvPr/>
          </p:nvSpPr>
          <p:spPr>
            <a:xfrm>
              <a:off x="6711398" y="8301790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Black" pitchFamily="2" charset="77"/>
                  <a:ea typeface="+mn-ea"/>
                  <a:cs typeface="+mn-cs"/>
                </a:rPr>
                <a:t>Focus points for growth: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Epilogue Black" pitchFamily="2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Strengthen client relationships.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Expand digital product offerings.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Streamline internal processes.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D15FBDE-ABE7-DB0C-E556-4C35D924E366}"/>
              </a:ext>
            </a:extLst>
          </p:cNvPr>
          <p:cNvSpPr/>
          <p:nvPr/>
        </p:nvSpPr>
        <p:spPr>
          <a:xfrm>
            <a:off x="4721902" y="0"/>
            <a:ext cx="7470098" cy="2038662"/>
          </a:xfrm>
          <a:prstGeom prst="rect">
            <a:avLst/>
          </a:prstGeom>
          <a:solidFill>
            <a:srgbClr val="FC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9FDD8B-0376-B76D-B4C9-075104F70389}"/>
              </a:ext>
            </a:extLst>
          </p:cNvPr>
          <p:cNvSpPr/>
          <p:nvPr/>
        </p:nvSpPr>
        <p:spPr>
          <a:xfrm>
            <a:off x="4721902" y="5089841"/>
            <a:ext cx="7470098" cy="1790644"/>
          </a:xfrm>
          <a:prstGeom prst="rect">
            <a:avLst/>
          </a:prstGeom>
          <a:solidFill>
            <a:srgbClr val="FC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0002E4-F866-65F6-28EF-22D20008E4C8}"/>
              </a:ext>
            </a:extLst>
          </p:cNvPr>
          <p:cNvSpPr txBox="1"/>
          <p:nvPr/>
        </p:nvSpPr>
        <p:spPr>
          <a:xfrm>
            <a:off x="655841" y="1086400"/>
            <a:ext cx="449488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28700" dirty="0">
                <a:solidFill>
                  <a:srgbClr val="121212"/>
                </a:solidFill>
                <a:latin typeface="ANTIQUE STORIES" pitchFamily="2" charset="0"/>
              </a:rPr>
              <a:t>202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C731C-26E0-2237-0EDB-CD5F686771CC}"/>
              </a:ext>
            </a:extLst>
          </p:cNvPr>
          <p:cNvSpPr txBox="1"/>
          <p:nvPr/>
        </p:nvSpPr>
        <p:spPr>
          <a:xfrm>
            <a:off x="635311" y="1604670"/>
            <a:ext cx="4015045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MX" sz="3600" b="1" dirty="0">
                <a:solidFill>
                  <a:srgbClr val="EA3A13"/>
                </a:solidFill>
                <a:latin typeface="Dashboard" pitchFamily="2" charset="77"/>
                <a:ea typeface="BioRhyme Expanded" pitchFamily="2" charset="77"/>
              </a:rPr>
              <a:t>3-YEAR PLAN</a:t>
            </a:r>
          </a:p>
        </p:txBody>
      </p:sp>
    </p:spTree>
    <p:extLst>
      <p:ext uri="{BB962C8B-B14F-4D97-AF65-F5344CB8AC3E}">
        <p14:creationId xmlns:p14="http://schemas.microsoft.com/office/powerpoint/2010/main" val="1783092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DD217-F97C-C0D1-9A98-1E57CB48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9E60C22-350B-F679-1AEA-B7E806BE78BC}"/>
              </a:ext>
            </a:extLst>
          </p:cNvPr>
          <p:cNvSpPr txBox="1"/>
          <p:nvPr/>
        </p:nvSpPr>
        <p:spPr>
          <a:xfrm>
            <a:off x="4838904" y="-3771853"/>
            <a:ext cx="2214391" cy="936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5</a:t>
            </a:r>
          </a:p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6</a:t>
            </a:r>
          </a:p>
          <a:p>
            <a:pPr>
              <a:lnSpc>
                <a:spcPct val="70000"/>
              </a:lnSpc>
            </a:pPr>
            <a:r>
              <a:rPr lang="en-MX" sz="28700" dirty="0">
                <a:latin typeface="ANTIQUE STORIES" pitchFamily="2" charset="0"/>
              </a:rPr>
              <a:t>7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DF9445-9BAF-31DA-609A-BB67EBC3F7AF}"/>
              </a:ext>
            </a:extLst>
          </p:cNvPr>
          <p:cNvGrpSpPr/>
          <p:nvPr/>
        </p:nvGrpSpPr>
        <p:grpSpPr>
          <a:xfrm>
            <a:off x="6711398" y="-3948800"/>
            <a:ext cx="4764505" cy="8803106"/>
            <a:chOff x="6711398" y="2205789"/>
            <a:chExt cx="4764505" cy="880310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116C162-C6C7-7666-27A5-46197D52ED87}"/>
                </a:ext>
              </a:extLst>
            </p:cNvPr>
            <p:cNvSpPr/>
            <p:nvPr/>
          </p:nvSpPr>
          <p:spPr>
            <a:xfrm>
              <a:off x="6711398" y="2205789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r>
                <a:rPr lang="en-US" sz="2000" b="1" dirty="0">
                  <a:solidFill>
                    <a:srgbClr val="121212"/>
                  </a:solidFill>
                  <a:latin typeface="Epilogue Black" pitchFamily="2" charset="77"/>
                </a:rPr>
                <a:t>Strategic goals:</a:t>
              </a:r>
            </a:p>
            <a:p>
              <a:endParaRPr lang="en-US" sz="1600" b="1" dirty="0">
                <a:solidFill>
                  <a:srgbClr val="121212"/>
                </a:solidFill>
                <a:latin typeface="Epilogue Black" pitchFamily="2" charset="7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Improve team collaboration.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Launch new marketing campaigns.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21212"/>
                  </a:solidFill>
                  <a:latin typeface="Epilogue Medium" pitchFamily="2" charset="77"/>
                </a:rPr>
                <a:t>Enhance product usability.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712DE37-4E9F-D3A1-298A-576BAA1BA1F7}"/>
                </a:ext>
              </a:extLst>
            </p:cNvPr>
            <p:cNvSpPr/>
            <p:nvPr/>
          </p:nvSpPr>
          <p:spPr>
            <a:xfrm>
              <a:off x="6711398" y="5232018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Black" pitchFamily="2" charset="77"/>
                  <a:ea typeface="+mn-ea"/>
                  <a:cs typeface="+mn-cs"/>
                </a:rPr>
                <a:t>Priority areas for improvement: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Epilogue Black" pitchFamily="2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Optimize supply chain logistics.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Increase social media engagement.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Develop employee training modules.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F4C8192-3B85-14A4-02B4-A9EC4A29D071}"/>
                </a:ext>
              </a:extLst>
            </p:cNvPr>
            <p:cNvSpPr/>
            <p:nvPr/>
          </p:nvSpPr>
          <p:spPr>
            <a:xfrm>
              <a:off x="6711398" y="8301790"/>
              <a:ext cx="4764505" cy="2707105"/>
            </a:xfrm>
            <a:prstGeom prst="roundRect">
              <a:avLst>
                <a:gd name="adj" fmla="val 7497"/>
              </a:avLst>
            </a:prstGeom>
            <a:solidFill>
              <a:srgbClr val="CCF2EA"/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Ins="251999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Black" pitchFamily="2" charset="77"/>
                  <a:ea typeface="+mn-ea"/>
                  <a:cs typeface="+mn-cs"/>
                </a:rPr>
                <a:t>Focus points for growth: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Epilogue Black" pitchFamily="2" charset="77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Strengthen client relationships.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Expand digital product offerings.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21212"/>
                  </a:solidFill>
                  <a:effectLst/>
                  <a:uLnTx/>
                  <a:uFillTx/>
                  <a:latin typeface="Epilogue Medium" pitchFamily="2" charset="77"/>
                  <a:ea typeface="+mn-ea"/>
                  <a:cs typeface="+mn-cs"/>
                </a:rPr>
                <a:t>Streamline internal processes.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7B7E1E9-7B6D-1331-2608-BA75A3188A5C}"/>
              </a:ext>
            </a:extLst>
          </p:cNvPr>
          <p:cNvSpPr/>
          <p:nvPr/>
        </p:nvSpPr>
        <p:spPr>
          <a:xfrm>
            <a:off x="4721902" y="0"/>
            <a:ext cx="7470098" cy="2038662"/>
          </a:xfrm>
          <a:prstGeom prst="rect">
            <a:avLst/>
          </a:prstGeom>
          <a:solidFill>
            <a:srgbClr val="FC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73DD27-B3CD-EFB8-674C-EDEFC4C48E6F}"/>
              </a:ext>
            </a:extLst>
          </p:cNvPr>
          <p:cNvSpPr/>
          <p:nvPr/>
        </p:nvSpPr>
        <p:spPr>
          <a:xfrm>
            <a:off x="4721902" y="5089841"/>
            <a:ext cx="7470098" cy="1790644"/>
          </a:xfrm>
          <a:prstGeom prst="rect">
            <a:avLst/>
          </a:prstGeom>
          <a:solidFill>
            <a:srgbClr val="FC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7ED516-13B8-BFA9-7204-3D3A24B6A288}"/>
              </a:ext>
            </a:extLst>
          </p:cNvPr>
          <p:cNvSpPr txBox="1"/>
          <p:nvPr/>
        </p:nvSpPr>
        <p:spPr>
          <a:xfrm>
            <a:off x="655841" y="1086400"/>
            <a:ext cx="449488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28700" dirty="0">
                <a:solidFill>
                  <a:srgbClr val="121212"/>
                </a:solidFill>
                <a:latin typeface="ANTIQUE STORIES" pitchFamily="2" charset="0"/>
              </a:rPr>
              <a:t>202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95878-EBAE-4293-5D2D-A0EAC072FCF7}"/>
              </a:ext>
            </a:extLst>
          </p:cNvPr>
          <p:cNvSpPr txBox="1"/>
          <p:nvPr/>
        </p:nvSpPr>
        <p:spPr>
          <a:xfrm>
            <a:off x="635311" y="1604670"/>
            <a:ext cx="4015045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MX" sz="3600" b="1" dirty="0">
                <a:solidFill>
                  <a:srgbClr val="EA3A13"/>
                </a:solidFill>
                <a:latin typeface="Dashboard" pitchFamily="2" charset="77"/>
                <a:ea typeface="BioRhyme Expanded" pitchFamily="2" charset="77"/>
              </a:rPr>
              <a:t>3-YEAR PLAN</a:t>
            </a:r>
          </a:p>
        </p:txBody>
      </p:sp>
    </p:spTree>
    <p:extLst>
      <p:ext uri="{BB962C8B-B14F-4D97-AF65-F5344CB8AC3E}">
        <p14:creationId xmlns:p14="http://schemas.microsoft.com/office/powerpoint/2010/main" val="4023950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180</Words>
  <Application>Microsoft Macintosh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ANTIQUE STORIES</vt:lpstr>
      <vt:lpstr>Epilogue Black</vt:lpstr>
      <vt:lpstr>Aptos Display</vt:lpstr>
      <vt:lpstr>Epilogue Medium</vt:lpstr>
      <vt:lpstr>Aptos</vt:lpstr>
      <vt:lpstr>Arial</vt:lpstr>
      <vt:lpstr>Dashboard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Urrutia</dc:creator>
  <cp:lastModifiedBy>Luis Urrutia</cp:lastModifiedBy>
  <cp:revision>2</cp:revision>
  <dcterms:created xsi:type="dcterms:W3CDTF">2025-01-02T23:28:47Z</dcterms:created>
  <dcterms:modified xsi:type="dcterms:W3CDTF">2025-01-07T19:58:07Z</dcterms:modified>
</cp:coreProperties>
</file>