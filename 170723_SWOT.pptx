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6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 showGuides="1">
      <p:cViewPr varScale="1">
        <p:scale>
          <a:sx n="124" d="100"/>
          <a:sy n="124" d="100"/>
        </p:scale>
        <p:origin x="54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1A08A-3985-1941-65FA-0FB4AB596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0D708F-2597-6654-DC48-FE59E2DAA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6162C-B207-5C90-809D-C6E28BC01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99CD-1875-40FA-B9B6-30CFA849A52F}" type="datetimeFigureOut">
              <a:rPr lang="en-AU" smtClean="0"/>
              <a:t>27/2/2024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5F4EB-55CE-F7A6-7655-447CDC323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88DF-9EA2-1184-9594-24D66C3B1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75330-EBBE-4CBD-BEC7-AFC25864CF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8293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8B18-5AC8-CF64-C62D-545B8FFA1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0D946-C7E3-836D-DA8C-E4E561B57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32725-AD9D-7BC7-2BB6-A0846EEC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99CD-1875-40FA-B9B6-30CFA849A52F}" type="datetimeFigureOut">
              <a:rPr lang="en-AU" smtClean="0"/>
              <a:t>27/2/2024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3B3A2-2474-A0FE-73AE-3AE23E670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FB5EC-AD4D-C809-B431-B91B73FC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75330-EBBE-4CBD-BEC7-AFC25864CF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2624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2B99-24AD-3426-5A02-1AF1591FE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CAAA1-A8FB-C223-32BC-2D76CCF69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1C392-F488-C28E-68E7-78A502A29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99CD-1875-40FA-B9B6-30CFA849A52F}" type="datetimeFigureOut">
              <a:rPr lang="en-AU" smtClean="0"/>
              <a:t>27/2/2024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6AD88-A316-3F87-5666-48865139D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7AE11-7C4C-784A-3A6B-231A35A22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75330-EBBE-4CBD-BEC7-AFC25864CF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452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F6954-6CD9-34D2-0990-A9F4828F4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0173B-78D9-3A86-D35C-C27923D929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9EA9E-1FCC-7AB0-342A-91D794B71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E51F0-7FC6-0DBA-8AF8-9A24BD29C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99CD-1875-40FA-B9B6-30CFA849A52F}" type="datetimeFigureOut">
              <a:rPr lang="en-AU" smtClean="0"/>
              <a:t>27/2/2024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D19AD8-C155-9AA0-A137-A8D658CD5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1FD04-8A5A-98B5-BCB1-B41402AB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75330-EBBE-4CBD-BEC7-AFC25864CF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0798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63C81-0197-FCF1-DCB4-9DB76E2E1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49549-24B5-2ACA-A911-6E35AF40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82823-F767-F3F4-7B68-A64B83BD6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CE3562-EFA0-E9CC-F874-03BDB84771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36D936-CB18-8AEE-9790-9EC52B48B0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8C1F15-41AE-B589-1A79-F851C7960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99CD-1875-40FA-B9B6-30CFA849A52F}" type="datetimeFigureOut">
              <a:rPr lang="en-AU" smtClean="0"/>
              <a:t>27/2/2024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A569CA-4FB6-53D9-8C93-A1A656199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BFD09E-9F70-CC95-D542-6510C4DB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75330-EBBE-4CBD-BEC7-AFC25864CF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3954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CD99-2308-375D-3179-F90DA21D1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3073BE-14FE-F00F-B7B7-4AA6D885B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99CD-1875-40FA-B9B6-30CFA849A52F}" type="datetimeFigureOut">
              <a:rPr lang="en-AU" smtClean="0"/>
              <a:t>27/2/2024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92F7D-4464-0814-B1B2-B44978FBD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FB0603-FA27-49AD-1378-494E3DE19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75330-EBBE-4CBD-BEC7-AFC25864CF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779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A80FCF-54CB-357C-15E2-2CE5CD19F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99CD-1875-40FA-B9B6-30CFA849A52F}" type="datetimeFigureOut">
              <a:rPr lang="en-AU" smtClean="0"/>
              <a:t>27/2/2024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6B9AD5-C276-87C8-6054-8055306C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05CED-C1F8-2ADA-6D23-81A6EF8DE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75330-EBBE-4CBD-BEC7-AFC25864CF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2722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CC30-3F75-D004-B72B-5947C68FD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DF449-4F4B-8E19-4B09-8714C1F1B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79DF4-96B5-AD54-C16D-3F3F23DDC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BA1A7-ED0E-2D74-7A31-7E04D6C43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99CD-1875-40FA-B9B6-30CFA849A52F}" type="datetimeFigureOut">
              <a:rPr lang="en-AU" smtClean="0"/>
              <a:t>27/2/2024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ACE3D-DADE-7E52-8A24-DE789472F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D119C-EE41-8B9B-A766-950A0A700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75330-EBBE-4CBD-BEC7-AFC25864CF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9680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D2F52-AB37-26E1-6D72-307314746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FA7C19-FA46-A98A-6653-80B6DF70A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75AF7C-963E-254C-EFA0-9B35F9CBD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B86B2-7D0E-F4BF-BCD5-5EEACCF1D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99CD-1875-40FA-B9B6-30CFA849A52F}" type="datetimeFigureOut">
              <a:rPr lang="en-AU" smtClean="0"/>
              <a:t>27/2/2024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17EA2-8F87-EDEF-9E27-3F3A3E851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F7966-0BCD-E1D8-7E53-FEF6B68E6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75330-EBBE-4CBD-BEC7-AFC25864CF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0387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DD960-1C8C-BDD0-A01E-DD7FB1FF1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69E37-163B-B910-1014-BA30B976E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DC85D-814F-66EF-3903-C510D1F96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99CD-1875-40FA-B9B6-30CFA849A52F}" type="datetimeFigureOut">
              <a:rPr lang="en-AU" smtClean="0"/>
              <a:t>27/2/2024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F366A-AC08-171A-CBF3-7ADAAE9A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57DD0-864E-7208-6B0A-655EEFD54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75330-EBBE-4CBD-BEC7-AFC25864CF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5046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865444-F0D0-3334-1DAE-33BC5A3EE4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35E7D5-8EBD-6711-1E34-5B92C4F6B5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E7379-40C6-8F13-3CE2-8F536038C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99CD-1875-40FA-B9B6-30CFA849A52F}" type="datetimeFigureOut">
              <a:rPr lang="en-AU" smtClean="0"/>
              <a:t>27/2/2024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3591C-A21D-D9EC-8C45-31AE0E11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06599-05DA-9719-305E-88744CAAA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75330-EBBE-4CBD-BEC7-AFC25864CF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128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023AB-D4DF-C4C0-5FDE-F490EBBD2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B400A-07EA-C4F3-B5FB-A539DD8DC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89DF8-0826-72D9-3E45-07D0686861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D99CD-1875-40FA-B9B6-30CFA849A52F}" type="datetimeFigureOut">
              <a:rPr lang="en-AU" smtClean="0"/>
              <a:t>27/2/2024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E56B5-40D5-ECB4-F8B0-88E334DEE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18B7A-6ECC-23E2-CA1A-73B61C693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75330-EBBE-4CBD-BEC7-AFC25864CF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524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0.png"/><Relationship Id="rId7" Type="http://schemas.openxmlformats.org/officeDocument/2006/relationships/image" Target="../media/image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0.png"/><Relationship Id="rId4" Type="http://schemas.openxmlformats.org/officeDocument/2006/relationships/image" Target="../media/image2.png"/><Relationship Id="rId9" Type="http://schemas.openxmlformats.org/officeDocument/2006/relationships/image" Target="../media/image8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26629809-004E-45DC-A7C9-64B9D2C03D0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0" y="0"/>
              <a:ext cx="6096000" cy="3429000"/>
            </p:xfrm>
            <a:graphic>
              <a:graphicData uri="http://schemas.microsoft.com/office/powerpoint/2016/slidezoom">
                <pslz:sldZm>
                  <pslz:sldZmObj sldId="262" cId="537273693">
                    <pslz:zmPr id="{3A0AEDCA-7446-4F8F-B0BD-5A59810DA850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96000" cy="342900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extLst>
                  <a:ext uri="{FF2B5EF4-FFF2-40B4-BE49-F238E27FC236}">
                    <a16:creationId xmlns:a16="http://schemas.microsoft.com/office/drawing/2014/main" id="{26629809-004E-45DC-A7C9-64B9D2C03D0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6096000" cy="342900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1C676503-F10F-ED16-7999-BE1D4B0C01C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096000" y="-2"/>
              <a:ext cx="6096004" cy="3429002"/>
            </p:xfrm>
            <a:graphic>
              <a:graphicData uri="http://schemas.microsoft.com/office/powerpoint/2016/slidezoom">
                <pslz:sldZm>
                  <pslz:sldZmObj sldId="263" cId="1690631055">
                    <pslz:zmPr id="{DEA3F265-1E75-4C45-A213-EF48358F79A5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96004" cy="3429002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1C676503-F10F-ED16-7999-BE1D4B0C01C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96000" y="-2"/>
                <a:ext cx="6096004" cy="3429002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881323B4-539C-4652-FBA0-09188154EE2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096000" y="3428999"/>
              <a:ext cx="6096002" cy="3429001"/>
            </p:xfrm>
            <a:graphic>
              <a:graphicData uri="http://schemas.microsoft.com/office/powerpoint/2016/slidezoom">
                <pslz:sldZm>
                  <pslz:sldZmObj sldId="264" cId="3628797195">
                    <pslz:zmPr id="{06DE935F-2DAC-490F-B2FA-7B70DA054AE6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96002" cy="3429001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extLst>
                  <a:ext uri="{FF2B5EF4-FFF2-40B4-BE49-F238E27FC236}">
                    <a16:creationId xmlns:a16="http://schemas.microsoft.com/office/drawing/2014/main" id="{881323B4-539C-4652-FBA0-09188154EE2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96000" y="3428999"/>
                <a:ext cx="6096002" cy="3429001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5687E6B1-7CCF-C6FF-9888-4F3A7089F6B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0" y="3429000"/>
              <a:ext cx="6096000" cy="3429000"/>
            </p:xfrm>
            <a:graphic>
              <a:graphicData uri="http://schemas.microsoft.com/office/powerpoint/2016/slidezoom">
                <pslz:sldZm>
                  <pslz:sldZmObj sldId="265" cId="396414560">
                    <pslz:zmPr id="{3F758F76-8CCF-4615-935C-113E50D5546E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96000" cy="342900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ide Zoom 8">
                <a:extLst>
                  <a:ext uri="{FF2B5EF4-FFF2-40B4-BE49-F238E27FC236}">
                    <a16:creationId xmlns:a16="http://schemas.microsoft.com/office/drawing/2014/main" id="{5687E6B1-7CCF-C6FF-9888-4F3A7089F6B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3429000"/>
                <a:ext cx="6096000" cy="342900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5439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4000">
              <a:schemeClr val="tx1"/>
            </a:gs>
            <a:gs pos="100000">
              <a:srgbClr val="FF005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A506AE5-8727-19F1-2148-B3F8F9454490}"/>
              </a:ext>
            </a:extLst>
          </p:cNvPr>
          <p:cNvSpPr/>
          <p:nvPr/>
        </p:nvSpPr>
        <p:spPr>
          <a:xfrm>
            <a:off x="10525760" y="5595362"/>
            <a:ext cx="1666240" cy="1262638"/>
          </a:xfrm>
          <a:prstGeom prst="rect">
            <a:avLst/>
          </a:prstGeom>
          <a:solidFill>
            <a:srgbClr val="F931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43F241-2C3C-A381-94B6-C2FEEED2CAAC}"/>
              </a:ext>
            </a:extLst>
          </p:cNvPr>
          <p:cNvSpPr/>
          <p:nvPr/>
        </p:nvSpPr>
        <p:spPr>
          <a:xfrm>
            <a:off x="7741920" y="2407920"/>
            <a:ext cx="4450080" cy="4450080"/>
          </a:xfrm>
          <a:prstGeom prst="roundRect">
            <a:avLst/>
          </a:prstGeom>
          <a:solidFill>
            <a:srgbClr val="FF33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 pitchFamily="50" charset="0"/>
                <a:ea typeface="+mn-ea"/>
                <a:cs typeface="+mn-cs"/>
              </a:rPr>
              <a:t>S</a:t>
            </a:r>
            <a:endParaRPr kumimoji="0" lang="en-AU" sz="19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 pitchFamily="50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0AE58A-2F8F-43AD-7219-BE1E6B0253BB}"/>
              </a:ext>
            </a:extLst>
          </p:cNvPr>
          <p:cNvSpPr txBox="1"/>
          <p:nvPr/>
        </p:nvSpPr>
        <p:spPr>
          <a:xfrm>
            <a:off x="1364311" y="2733040"/>
            <a:ext cx="48971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Pellentesque habitant morbi tristique senectus et netus et malesuada fames ac turpis egestas. Proin pharetra nonummy pede. Mauris et orci.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DE10F8-73A7-C34A-ABC2-C81D31AD5F42}"/>
              </a:ext>
            </a:extLst>
          </p:cNvPr>
          <p:cNvSpPr txBox="1"/>
          <p:nvPr/>
        </p:nvSpPr>
        <p:spPr>
          <a:xfrm>
            <a:off x="1364310" y="1486375"/>
            <a:ext cx="683480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FF331D"/>
                </a:solidFill>
                <a:effectLst/>
                <a:uLnTx/>
                <a:uFillTx/>
                <a:latin typeface="Gotham" panose="02000504050000020004" pitchFamily="2" charset="0"/>
                <a:ea typeface="+mn-ea"/>
                <a:cs typeface="+mn-cs"/>
              </a:rPr>
              <a:t>Strengths</a:t>
            </a:r>
            <a:endParaRPr kumimoji="0" lang="en-AU" sz="6600" b="0" i="0" u="none" strike="noStrike" kern="1200" cap="none" spc="0" normalizeH="0" baseline="0" noProof="0" dirty="0">
              <a:ln>
                <a:noFill/>
              </a:ln>
              <a:solidFill>
                <a:srgbClr val="FF331D"/>
              </a:solidFill>
              <a:effectLst/>
              <a:uLnTx/>
              <a:uFillTx/>
              <a:latin typeface="Gotham" panose="02000504050000020004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7273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4000">
              <a:schemeClr val="tx1"/>
            </a:gs>
            <a:gs pos="100000">
              <a:srgbClr val="9270E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CB654CE-493D-37D7-A36E-CAFFD7AC8182}"/>
              </a:ext>
            </a:extLst>
          </p:cNvPr>
          <p:cNvSpPr/>
          <p:nvPr/>
        </p:nvSpPr>
        <p:spPr>
          <a:xfrm>
            <a:off x="0" y="5872480"/>
            <a:ext cx="1450975" cy="985520"/>
          </a:xfrm>
          <a:prstGeom prst="rect">
            <a:avLst/>
          </a:prstGeom>
          <a:solidFill>
            <a:srgbClr val="5A27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43F241-2C3C-A381-94B6-C2FEEED2CAAC}"/>
              </a:ext>
            </a:extLst>
          </p:cNvPr>
          <p:cNvSpPr/>
          <p:nvPr/>
        </p:nvSpPr>
        <p:spPr>
          <a:xfrm>
            <a:off x="0" y="2407920"/>
            <a:ext cx="4450080" cy="4450080"/>
          </a:xfrm>
          <a:prstGeom prst="roundRect">
            <a:avLst/>
          </a:prstGeom>
          <a:solidFill>
            <a:srgbClr val="5A27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 pitchFamily="50" charset="0"/>
                <a:ea typeface="+mn-ea"/>
                <a:cs typeface="+mn-cs"/>
              </a:rPr>
              <a:t>W</a:t>
            </a:r>
            <a:endParaRPr kumimoji="0" lang="en-AU" sz="19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 pitchFamily="50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FB3F00-7AF9-2144-5353-62FDF03060EF}"/>
              </a:ext>
            </a:extLst>
          </p:cNvPr>
          <p:cNvSpPr txBox="1"/>
          <p:nvPr/>
        </p:nvSpPr>
        <p:spPr>
          <a:xfrm>
            <a:off x="5266856" y="2702560"/>
            <a:ext cx="48971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Pellentesque habitant morbi tristique senectus et netus et malesuada fames ac turpis egestas. Proin pharetra nonummy pede. Mauris et orci.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B8D863-6304-349C-04A1-FA176DAA7667}"/>
              </a:ext>
            </a:extLst>
          </p:cNvPr>
          <p:cNvSpPr txBox="1"/>
          <p:nvPr/>
        </p:nvSpPr>
        <p:spPr>
          <a:xfrm>
            <a:off x="5266855" y="1541690"/>
            <a:ext cx="65238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600">
                <a:latin typeface="Georgia Pro Black" panose="020F05020202040302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5A27D9"/>
                </a:solidFill>
                <a:effectLst/>
                <a:uLnTx/>
                <a:uFillTx/>
                <a:latin typeface="Gotham" panose="02000504050000020004" pitchFamily="2" charset="0"/>
                <a:ea typeface="+mn-ea"/>
                <a:cs typeface="+mn-cs"/>
              </a:rPr>
              <a:t>Weaknesses</a:t>
            </a:r>
            <a:endParaRPr kumimoji="0" lang="en-AU" sz="6000" b="0" i="0" u="none" strike="noStrike" kern="1200" cap="none" spc="0" normalizeH="0" baseline="0" noProof="0" dirty="0">
              <a:ln>
                <a:noFill/>
              </a:ln>
              <a:solidFill>
                <a:srgbClr val="5A27D9"/>
              </a:solidFill>
              <a:effectLst/>
              <a:uLnTx/>
              <a:uFillTx/>
              <a:latin typeface="Gotham" panose="02000504050000020004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0631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4000">
              <a:schemeClr val="tx1"/>
            </a:gs>
            <a:gs pos="100000">
              <a:srgbClr val="01B463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07E9CB8-F685-B599-33C0-BCE620166DA6}"/>
              </a:ext>
            </a:extLst>
          </p:cNvPr>
          <p:cNvSpPr/>
          <p:nvPr/>
        </p:nvSpPr>
        <p:spPr>
          <a:xfrm>
            <a:off x="0" y="0"/>
            <a:ext cx="1450975" cy="985520"/>
          </a:xfrm>
          <a:prstGeom prst="rect">
            <a:avLst/>
          </a:prstGeom>
          <a:solidFill>
            <a:srgbClr val="17C3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43F241-2C3C-A381-94B6-C2FEEED2CAAC}"/>
              </a:ext>
            </a:extLst>
          </p:cNvPr>
          <p:cNvSpPr/>
          <p:nvPr/>
        </p:nvSpPr>
        <p:spPr>
          <a:xfrm>
            <a:off x="0" y="0"/>
            <a:ext cx="4450080" cy="4450080"/>
          </a:xfrm>
          <a:prstGeom prst="roundRect">
            <a:avLst/>
          </a:prstGeom>
          <a:solidFill>
            <a:srgbClr val="17C3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 pitchFamily="50" charset="0"/>
                <a:ea typeface="+mn-ea"/>
                <a:cs typeface="+mn-cs"/>
              </a:rPr>
              <a:t>O</a:t>
            </a:r>
            <a:endParaRPr kumimoji="0" lang="en-AU" sz="19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 pitchFamily="50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BC14DE-E52F-3126-E5BB-DB48656530E8}"/>
              </a:ext>
            </a:extLst>
          </p:cNvPr>
          <p:cNvSpPr txBox="1"/>
          <p:nvPr/>
        </p:nvSpPr>
        <p:spPr>
          <a:xfrm>
            <a:off x="5236376" y="2702560"/>
            <a:ext cx="48971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Pellentesque habitant morbi tristique senectus et netus et malesuada fames ac turpis egestas. Proin pharetra nonummy pede. Mauris et orci.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C74652-5C62-9DC5-AB59-C822A1EE6B54}"/>
              </a:ext>
            </a:extLst>
          </p:cNvPr>
          <p:cNvSpPr txBox="1"/>
          <p:nvPr/>
        </p:nvSpPr>
        <p:spPr>
          <a:xfrm>
            <a:off x="5236375" y="1541690"/>
            <a:ext cx="65238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600">
                <a:latin typeface="Georgia Pro Black" panose="020F05020202040302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17C369"/>
                </a:solidFill>
                <a:effectLst/>
                <a:uLnTx/>
                <a:uFillTx/>
                <a:latin typeface="Gotham" panose="02000504050000020004" pitchFamily="2" charset="0"/>
                <a:ea typeface="+mn-ea"/>
                <a:cs typeface="+mn-cs"/>
              </a:rPr>
              <a:t>Opportunities</a:t>
            </a:r>
            <a:endParaRPr kumimoji="0" lang="en-AU" sz="6000" b="0" i="0" u="none" strike="noStrike" kern="1200" cap="none" spc="0" normalizeH="0" baseline="0" noProof="0" dirty="0">
              <a:ln>
                <a:noFill/>
              </a:ln>
              <a:solidFill>
                <a:srgbClr val="17C369"/>
              </a:solidFill>
              <a:effectLst/>
              <a:uLnTx/>
              <a:uFillTx/>
              <a:latin typeface="Gotham" panose="02000504050000020004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797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4000">
              <a:schemeClr val="tx1"/>
            </a:gs>
            <a:gs pos="100000">
              <a:srgbClr val="22BDDC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8C60F0-DEA3-36EA-EBBF-7393A617462D}"/>
              </a:ext>
            </a:extLst>
          </p:cNvPr>
          <p:cNvSpPr/>
          <p:nvPr/>
        </p:nvSpPr>
        <p:spPr>
          <a:xfrm>
            <a:off x="10741025" y="0"/>
            <a:ext cx="1450975" cy="985520"/>
          </a:xfrm>
          <a:prstGeom prst="rect">
            <a:avLst/>
          </a:prstGeom>
          <a:solidFill>
            <a:srgbClr val="1BE3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43F241-2C3C-A381-94B6-C2FEEED2CAAC}"/>
              </a:ext>
            </a:extLst>
          </p:cNvPr>
          <p:cNvSpPr/>
          <p:nvPr/>
        </p:nvSpPr>
        <p:spPr>
          <a:xfrm>
            <a:off x="7741920" y="0"/>
            <a:ext cx="4450080" cy="4450080"/>
          </a:xfrm>
          <a:prstGeom prst="roundRect">
            <a:avLst/>
          </a:prstGeom>
          <a:solidFill>
            <a:srgbClr val="1BE3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 pitchFamily="50" charset="0"/>
                <a:ea typeface="+mn-ea"/>
                <a:cs typeface="+mn-cs"/>
              </a:rPr>
              <a:t>T</a:t>
            </a:r>
            <a:endParaRPr kumimoji="0" lang="en-AU" sz="19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 pitchFamily="50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0AE58A-2F8F-43AD-7219-BE1E6B0253BB}"/>
              </a:ext>
            </a:extLst>
          </p:cNvPr>
          <p:cNvSpPr txBox="1"/>
          <p:nvPr/>
        </p:nvSpPr>
        <p:spPr>
          <a:xfrm>
            <a:off x="1362877" y="2692400"/>
            <a:ext cx="48971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Pellentesque habitant morbi tristique senectus et netus et malesuada fames ac turpis egestas. Proin pharetra nonummy pede. Mauris et orci.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DE10F8-73A7-C34A-ABC2-C81D31AD5F42}"/>
              </a:ext>
            </a:extLst>
          </p:cNvPr>
          <p:cNvSpPr txBox="1"/>
          <p:nvPr/>
        </p:nvSpPr>
        <p:spPr>
          <a:xfrm>
            <a:off x="1362876" y="1537175"/>
            <a:ext cx="5442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800">
                <a:solidFill>
                  <a:schemeClr val="bg1"/>
                </a:solidFill>
                <a:latin typeface="Georgia Pro Black" panose="020F05020202040302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1BE3E3"/>
                </a:solidFill>
                <a:effectLst/>
                <a:uLnTx/>
                <a:uFillTx/>
                <a:latin typeface="Gotham" panose="02000504050000020004" pitchFamily="2" charset="0"/>
                <a:ea typeface="+mn-ea"/>
                <a:cs typeface="+mn-cs"/>
              </a:rPr>
              <a:t>Threats</a:t>
            </a:r>
            <a:endParaRPr kumimoji="0" lang="en-AU" sz="6000" b="0" i="0" u="none" strike="noStrike" kern="1200" cap="none" spc="0" normalizeH="0" baseline="0" noProof="0" dirty="0">
              <a:ln>
                <a:noFill/>
              </a:ln>
              <a:solidFill>
                <a:srgbClr val="1BE3E3"/>
              </a:solidFill>
              <a:effectLst/>
              <a:uLnTx/>
              <a:uFillTx/>
              <a:latin typeface="Gotham" panose="02000504050000020004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41456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Microsoft Macintosh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Gotham</vt:lpstr>
      <vt:lpstr>Gotham Black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Luis Urrutia</dc:creator>
  <cp:lastModifiedBy>Luis Urrutia</cp:lastModifiedBy>
  <cp:revision>1</cp:revision>
  <dcterms:created xsi:type="dcterms:W3CDTF">2024-02-27T06:58:34Z</dcterms:created>
  <dcterms:modified xsi:type="dcterms:W3CDTF">2024-02-27T06:59:12Z</dcterms:modified>
</cp:coreProperties>
</file>